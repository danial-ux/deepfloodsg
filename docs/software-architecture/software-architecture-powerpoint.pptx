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</p:sldIdLst>
  <p:sldSz cx="25199975" cy="180181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2"/>
    <p:restoredTop sz="94694"/>
  </p:normalViewPr>
  <p:slideViewPr>
    <p:cSldViewPr snapToGrid="0">
      <p:cViewPr>
        <p:scale>
          <a:sx n="41" d="100"/>
          <a:sy n="41" d="100"/>
        </p:scale>
        <p:origin x="192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2948801"/>
            <a:ext cx="21419979" cy="6272977"/>
          </a:xfrm>
        </p:spPr>
        <p:txBody>
          <a:bodyPr anchor="b"/>
          <a:lstStyle>
            <a:lvl1pPr algn="ctr">
              <a:defRPr sz="15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9463688"/>
            <a:ext cx="18899981" cy="4350208"/>
          </a:xfrm>
        </p:spPr>
        <p:txBody>
          <a:bodyPr/>
          <a:lstStyle>
            <a:lvl1pPr marL="0" indent="0" algn="ctr">
              <a:buNone/>
              <a:defRPr sz="6306"/>
            </a:lvl1pPr>
            <a:lvl2pPr marL="1201202" indent="0" algn="ctr">
              <a:buNone/>
              <a:defRPr sz="5255"/>
            </a:lvl2pPr>
            <a:lvl3pPr marL="2402403" indent="0" algn="ctr">
              <a:buNone/>
              <a:defRPr sz="4729"/>
            </a:lvl3pPr>
            <a:lvl4pPr marL="3603605" indent="0" algn="ctr">
              <a:buNone/>
              <a:defRPr sz="4204"/>
            </a:lvl4pPr>
            <a:lvl5pPr marL="4804806" indent="0" algn="ctr">
              <a:buNone/>
              <a:defRPr sz="4204"/>
            </a:lvl5pPr>
            <a:lvl6pPr marL="6006008" indent="0" algn="ctr">
              <a:buNone/>
              <a:defRPr sz="4204"/>
            </a:lvl6pPr>
            <a:lvl7pPr marL="7207209" indent="0" algn="ctr">
              <a:buNone/>
              <a:defRPr sz="4204"/>
            </a:lvl7pPr>
            <a:lvl8pPr marL="8408411" indent="0" algn="ctr">
              <a:buNone/>
              <a:defRPr sz="4204"/>
            </a:lvl8pPr>
            <a:lvl9pPr marL="9609612" indent="0" algn="ctr">
              <a:buNone/>
              <a:defRPr sz="420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8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4492024"/>
            <a:ext cx="21734978" cy="7495038"/>
          </a:xfrm>
        </p:spPr>
        <p:txBody>
          <a:bodyPr anchor="b"/>
          <a:lstStyle>
            <a:lvl1pPr>
              <a:defRPr sz="15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12057968"/>
            <a:ext cx="21734978" cy="3941464"/>
          </a:xfrm>
        </p:spPr>
        <p:txBody>
          <a:bodyPr/>
          <a:lstStyle>
            <a:lvl1pPr marL="0" indent="0">
              <a:buNone/>
              <a:defRPr sz="6306">
                <a:solidFill>
                  <a:schemeClr val="tx1">
                    <a:tint val="82000"/>
                  </a:schemeClr>
                </a:solidFill>
              </a:defRPr>
            </a:lvl1pPr>
            <a:lvl2pPr marL="1201202" indent="0">
              <a:buNone/>
              <a:defRPr sz="5255">
                <a:solidFill>
                  <a:schemeClr val="tx1">
                    <a:tint val="82000"/>
                  </a:schemeClr>
                </a:solidFill>
              </a:defRPr>
            </a:lvl2pPr>
            <a:lvl3pPr marL="2402403" indent="0">
              <a:buNone/>
              <a:defRPr sz="4729">
                <a:solidFill>
                  <a:schemeClr val="tx1">
                    <a:tint val="82000"/>
                  </a:schemeClr>
                </a:solidFill>
              </a:defRPr>
            </a:lvl3pPr>
            <a:lvl4pPr marL="3603605" indent="0">
              <a:buNone/>
              <a:defRPr sz="4204">
                <a:solidFill>
                  <a:schemeClr val="tx1">
                    <a:tint val="82000"/>
                  </a:schemeClr>
                </a:solidFill>
              </a:defRPr>
            </a:lvl4pPr>
            <a:lvl5pPr marL="4804806" indent="0">
              <a:buNone/>
              <a:defRPr sz="4204">
                <a:solidFill>
                  <a:schemeClr val="tx1">
                    <a:tint val="82000"/>
                  </a:schemeClr>
                </a:solidFill>
              </a:defRPr>
            </a:lvl5pPr>
            <a:lvl6pPr marL="6006008" indent="0">
              <a:buNone/>
              <a:defRPr sz="4204">
                <a:solidFill>
                  <a:schemeClr val="tx1">
                    <a:tint val="82000"/>
                  </a:schemeClr>
                </a:solidFill>
              </a:defRPr>
            </a:lvl6pPr>
            <a:lvl7pPr marL="7207209" indent="0">
              <a:buNone/>
              <a:defRPr sz="4204">
                <a:solidFill>
                  <a:schemeClr val="tx1">
                    <a:tint val="82000"/>
                  </a:schemeClr>
                </a:solidFill>
              </a:defRPr>
            </a:lvl7pPr>
            <a:lvl8pPr marL="8408411" indent="0">
              <a:buNone/>
              <a:defRPr sz="4204">
                <a:solidFill>
                  <a:schemeClr val="tx1">
                    <a:tint val="82000"/>
                  </a:schemeClr>
                </a:solidFill>
              </a:defRPr>
            </a:lvl8pPr>
            <a:lvl9pPr marL="9609612" indent="0">
              <a:buNone/>
              <a:defRPr sz="42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3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4796492"/>
            <a:ext cx="10709989" cy="114323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4796492"/>
            <a:ext cx="10709989" cy="1143233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3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959302"/>
            <a:ext cx="21734978" cy="348267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4416945"/>
            <a:ext cx="10660769" cy="2164676"/>
          </a:xfrm>
        </p:spPr>
        <p:txBody>
          <a:bodyPr anchor="b"/>
          <a:lstStyle>
            <a:lvl1pPr marL="0" indent="0">
              <a:buNone/>
              <a:defRPr sz="6306" b="1"/>
            </a:lvl1pPr>
            <a:lvl2pPr marL="1201202" indent="0">
              <a:buNone/>
              <a:defRPr sz="5255" b="1"/>
            </a:lvl2pPr>
            <a:lvl3pPr marL="2402403" indent="0">
              <a:buNone/>
              <a:defRPr sz="4729" b="1"/>
            </a:lvl3pPr>
            <a:lvl4pPr marL="3603605" indent="0">
              <a:buNone/>
              <a:defRPr sz="4204" b="1"/>
            </a:lvl4pPr>
            <a:lvl5pPr marL="4804806" indent="0">
              <a:buNone/>
              <a:defRPr sz="4204" b="1"/>
            </a:lvl5pPr>
            <a:lvl6pPr marL="6006008" indent="0">
              <a:buNone/>
              <a:defRPr sz="4204" b="1"/>
            </a:lvl6pPr>
            <a:lvl7pPr marL="7207209" indent="0">
              <a:buNone/>
              <a:defRPr sz="4204" b="1"/>
            </a:lvl7pPr>
            <a:lvl8pPr marL="8408411" indent="0">
              <a:buNone/>
              <a:defRPr sz="4204" b="1"/>
            </a:lvl8pPr>
            <a:lvl9pPr marL="9609612" indent="0">
              <a:buNone/>
              <a:defRPr sz="42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6581620"/>
            <a:ext cx="10660769" cy="96805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4416945"/>
            <a:ext cx="10713272" cy="2164676"/>
          </a:xfrm>
        </p:spPr>
        <p:txBody>
          <a:bodyPr anchor="b"/>
          <a:lstStyle>
            <a:lvl1pPr marL="0" indent="0">
              <a:buNone/>
              <a:defRPr sz="6306" b="1"/>
            </a:lvl1pPr>
            <a:lvl2pPr marL="1201202" indent="0">
              <a:buNone/>
              <a:defRPr sz="5255" b="1"/>
            </a:lvl2pPr>
            <a:lvl3pPr marL="2402403" indent="0">
              <a:buNone/>
              <a:defRPr sz="4729" b="1"/>
            </a:lvl3pPr>
            <a:lvl4pPr marL="3603605" indent="0">
              <a:buNone/>
              <a:defRPr sz="4204" b="1"/>
            </a:lvl4pPr>
            <a:lvl5pPr marL="4804806" indent="0">
              <a:buNone/>
              <a:defRPr sz="4204" b="1"/>
            </a:lvl5pPr>
            <a:lvl6pPr marL="6006008" indent="0">
              <a:buNone/>
              <a:defRPr sz="4204" b="1"/>
            </a:lvl6pPr>
            <a:lvl7pPr marL="7207209" indent="0">
              <a:buNone/>
              <a:defRPr sz="4204" b="1"/>
            </a:lvl7pPr>
            <a:lvl8pPr marL="8408411" indent="0">
              <a:buNone/>
              <a:defRPr sz="4204" b="1"/>
            </a:lvl8pPr>
            <a:lvl9pPr marL="9609612" indent="0">
              <a:buNone/>
              <a:defRPr sz="42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6581620"/>
            <a:ext cx="10713272" cy="96805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0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6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01208"/>
            <a:ext cx="8127648" cy="4204229"/>
          </a:xfrm>
        </p:spPr>
        <p:txBody>
          <a:bodyPr anchor="b"/>
          <a:lstStyle>
            <a:lvl1pPr>
              <a:defRPr sz="84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2594280"/>
            <a:ext cx="12757487" cy="12804547"/>
          </a:xfrm>
        </p:spPr>
        <p:txBody>
          <a:bodyPr/>
          <a:lstStyle>
            <a:lvl1pPr>
              <a:defRPr sz="8407"/>
            </a:lvl1pPr>
            <a:lvl2pPr>
              <a:defRPr sz="7356"/>
            </a:lvl2pPr>
            <a:lvl3pPr>
              <a:defRPr sz="6306"/>
            </a:lvl3pPr>
            <a:lvl4pPr>
              <a:defRPr sz="5255"/>
            </a:lvl4pPr>
            <a:lvl5pPr>
              <a:defRPr sz="5255"/>
            </a:lvl5pPr>
            <a:lvl6pPr>
              <a:defRPr sz="5255"/>
            </a:lvl6pPr>
            <a:lvl7pPr>
              <a:defRPr sz="5255"/>
            </a:lvl7pPr>
            <a:lvl8pPr>
              <a:defRPr sz="5255"/>
            </a:lvl8pPr>
            <a:lvl9pPr>
              <a:defRPr sz="525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405437"/>
            <a:ext cx="8127648" cy="10014242"/>
          </a:xfrm>
        </p:spPr>
        <p:txBody>
          <a:bodyPr/>
          <a:lstStyle>
            <a:lvl1pPr marL="0" indent="0">
              <a:buNone/>
              <a:defRPr sz="4204"/>
            </a:lvl1pPr>
            <a:lvl2pPr marL="1201202" indent="0">
              <a:buNone/>
              <a:defRPr sz="3678"/>
            </a:lvl2pPr>
            <a:lvl3pPr marL="2402403" indent="0">
              <a:buNone/>
              <a:defRPr sz="3153"/>
            </a:lvl3pPr>
            <a:lvl4pPr marL="3603605" indent="0">
              <a:buNone/>
              <a:defRPr sz="2627"/>
            </a:lvl4pPr>
            <a:lvl5pPr marL="4804806" indent="0">
              <a:buNone/>
              <a:defRPr sz="2627"/>
            </a:lvl5pPr>
            <a:lvl6pPr marL="6006008" indent="0">
              <a:buNone/>
              <a:defRPr sz="2627"/>
            </a:lvl6pPr>
            <a:lvl7pPr marL="7207209" indent="0">
              <a:buNone/>
              <a:defRPr sz="2627"/>
            </a:lvl7pPr>
            <a:lvl8pPr marL="8408411" indent="0">
              <a:buNone/>
              <a:defRPr sz="2627"/>
            </a:lvl8pPr>
            <a:lvl9pPr marL="9609612" indent="0">
              <a:buNone/>
              <a:defRPr sz="26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6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01208"/>
            <a:ext cx="8127648" cy="4204229"/>
          </a:xfrm>
        </p:spPr>
        <p:txBody>
          <a:bodyPr anchor="b"/>
          <a:lstStyle>
            <a:lvl1pPr>
              <a:defRPr sz="84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2594280"/>
            <a:ext cx="12757487" cy="12804547"/>
          </a:xfrm>
        </p:spPr>
        <p:txBody>
          <a:bodyPr anchor="t"/>
          <a:lstStyle>
            <a:lvl1pPr marL="0" indent="0">
              <a:buNone/>
              <a:defRPr sz="8407"/>
            </a:lvl1pPr>
            <a:lvl2pPr marL="1201202" indent="0">
              <a:buNone/>
              <a:defRPr sz="7356"/>
            </a:lvl2pPr>
            <a:lvl3pPr marL="2402403" indent="0">
              <a:buNone/>
              <a:defRPr sz="6306"/>
            </a:lvl3pPr>
            <a:lvl4pPr marL="3603605" indent="0">
              <a:buNone/>
              <a:defRPr sz="5255"/>
            </a:lvl4pPr>
            <a:lvl5pPr marL="4804806" indent="0">
              <a:buNone/>
              <a:defRPr sz="5255"/>
            </a:lvl5pPr>
            <a:lvl6pPr marL="6006008" indent="0">
              <a:buNone/>
              <a:defRPr sz="5255"/>
            </a:lvl6pPr>
            <a:lvl7pPr marL="7207209" indent="0">
              <a:buNone/>
              <a:defRPr sz="5255"/>
            </a:lvl7pPr>
            <a:lvl8pPr marL="8408411" indent="0">
              <a:buNone/>
              <a:defRPr sz="5255"/>
            </a:lvl8pPr>
            <a:lvl9pPr marL="9609612" indent="0">
              <a:buNone/>
              <a:defRPr sz="525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405437"/>
            <a:ext cx="8127648" cy="10014242"/>
          </a:xfrm>
        </p:spPr>
        <p:txBody>
          <a:bodyPr/>
          <a:lstStyle>
            <a:lvl1pPr marL="0" indent="0">
              <a:buNone/>
              <a:defRPr sz="4204"/>
            </a:lvl1pPr>
            <a:lvl2pPr marL="1201202" indent="0">
              <a:buNone/>
              <a:defRPr sz="3678"/>
            </a:lvl2pPr>
            <a:lvl3pPr marL="2402403" indent="0">
              <a:buNone/>
              <a:defRPr sz="3153"/>
            </a:lvl3pPr>
            <a:lvl4pPr marL="3603605" indent="0">
              <a:buNone/>
              <a:defRPr sz="2627"/>
            </a:lvl4pPr>
            <a:lvl5pPr marL="4804806" indent="0">
              <a:buNone/>
              <a:defRPr sz="2627"/>
            </a:lvl5pPr>
            <a:lvl6pPr marL="6006008" indent="0">
              <a:buNone/>
              <a:defRPr sz="2627"/>
            </a:lvl6pPr>
            <a:lvl7pPr marL="7207209" indent="0">
              <a:buNone/>
              <a:defRPr sz="2627"/>
            </a:lvl7pPr>
            <a:lvl8pPr marL="8408411" indent="0">
              <a:buNone/>
              <a:defRPr sz="2627"/>
            </a:lvl8pPr>
            <a:lvl9pPr marL="9609612" indent="0">
              <a:buNone/>
              <a:defRPr sz="26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55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959298"/>
            <a:ext cx="5433745" cy="1526952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959298"/>
            <a:ext cx="15986234" cy="1526952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5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959302"/>
            <a:ext cx="21734978" cy="3482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4796492"/>
            <a:ext cx="21734978" cy="11432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6700137"/>
            <a:ext cx="5669994" cy="959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5A357-D033-2544-95DA-E3AC63BE5126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6700137"/>
            <a:ext cx="8504992" cy="959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6700137"/>
            <a:ext cx="5669994" cy="959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50E0A-5609-4346-9066-41BA6D06D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9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02403" rtl="0" eaLnBrk="1" latinLnBrk="0" hangingPunct="1">
        <a:lnSpc>
          <a:spcPct val="90000"/>
        </a:lnSpc>
        <a:spcBef>
          <a:spcPct val="0"/>
        </a:spcBef>
        <a:buNone/>
        <a:defRPr sz="11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601" indent="-600601" algn="l" defTabSz="2402403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7356" kern="1200">
          <a:solidFill>
            <a:schemeClr val="tx1"/>
          </a:solidFill>
          <a:latin typeface="+mn-lt"/>
          <a:ea typeface="+mn-ea"/>
          <a:cs typeface="+mn-cs"/>
        </a:defRPr>
      </a:lvl1pPr>
      <a:lvl2pPr marL="1801802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6306" kern="1200">
          <a:solidFill>
            <a:schemeClr val="tx1"/>
          </a:solidFill>
          <a:latin typeface="+mn-lt"/>
          <a:ea typeface="+mn-ea"/>
          <a:cs typeface="+mn-cs"/>
        </a:defRPr>
      </a:lvl2pPr>
      <a:lvl3pPr marL="3003004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5255" kern="1200">
          <a:solidFill>
            <a:schemeClr val="tx1"/>
          </a:solidFill>
          <a:latin typeface="+mn-lt"/>
          <a:ea typeface="+mn-ea"/>
          <a:cs typeface="+mn-cs"/>
        </a:defRPr>
      </a:lvl3pPr>
      <a:lvl4pPr marL="4204205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4729" kern="1200">
          <a:solidFill>
            <a:schemeClr val="tx1"/>
          </a:solidFill>
          <a:latin typeface="+mn-lt"/>
          <a:ea typeface="+mn-ea"/>
          <a:cs typeface="+mn-cs"/>
        </a:defRPr>
      </a:lvl4pPr>
      <a:lvl5pPr marL="5405407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4729" kern="1200">
          <a:solidFill>
            <a:schemeClr val="tx1"/>
          </a:solidFill>
          <a:latin typeface="+mn-lt"/>
          <a:ea typeface="+mn-ea"/>
          <a:cs typeface="+mn-cs"/>
        </a:defRPr>
      </a:lvl5pPr>
      <a:lvl6pPr marL="6606609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4729" kern="1200">
          <a:solidFill>
            <a:schemeClr val="tx1"/>
          </a:solidFill>
          <a:latin typeface="+mn-lt"/>
          <a:ea typeface="+mn-ea"/>
          <a:cs typeface="+mn-cs"/>
        </a:defRPr>
      </a:lvl6pPr>
      <a:lvl7pPr marL="7807810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4729" kern="1200">
          <a:solidFill>
            <a:schemeClr val="tx1"/>
          </a:solidFill>
          <a:latin typeface="+mn-lt"/>
          <a:ea typeface="+mn-ea"/>
          <a:cs typeface="+mn-cs"/>
        </a:defRPr>
      </a:lvl7pPr>
      <a:lvl8pPr marL="9009012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4729" kern="1200">
          <a:solidFill>
            <a:schemeClr val="tx1"/>
          </a:solidFill>
          <a:latin typeface="+mn-lt"/>
          <a:ea typeface="+mn-ea"/>
          <a:cs typeface="+mn-cs"/>
        </a:defRPr>
      </a:lvl8pPr>
      <a:lvl9pPr marL="10210213" indent="-600601" algn="l" defTabSz="2402403" rtl="0" eaLnBrk="1" latinLnBrk="0" hangingPunct="1">
        <a:lnSpc>
          <a:spcPct val="90000"/>
        </a:lnSpc>
        <a:spcBef>
          <a:spcPts val="1314"/>
        </a:spcBef>
        <a:buFont typeface="Arial" panose="020B0604020202020204" pitchFamily="34" charset="0"/>
        <a:buChar char="•"/>
        <a:defRPr sz="4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1pPr>
      <a:lvl2pPr marL="1201202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2pPr>
      <a:lvl3pPr marL="2402403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3pPr>
      <a:lvl4pPr marL="3603605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4pPr>
      <a:lvl5pPr marL="4804806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5pPr>
      <a:lvl6pPr marL="6006008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6pPr>
      <a:lvl7pPr marL="7207209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7pPr>
      <a:lvl8pPr marL="8408411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8pPr>
      <a:lvl9pPr marL="9609612" algn="l" defTabSz="2402403" rtl="0" eaLnBrk="1" latinLnBrk="0" hangingPunct="1">
        <a:defRPr sz="4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51FA74-A90A-E67A-4A20-D2FB11160E26}"/>
              </a:ext>
            </a:extLst>
          </p:cNvPr>
          <p:cNvSpPr/>
          <p:nvPr/>
        </p:nvSpPr>
        <p:spPr>
          <a:xfrm>
            <a:off x="2794892" y="2818005"/>
            <a:ext cx="3396663" cy="10417449"/>
          </a:xfrm>
          <a:prstGeom prst="roundRect">
            <a:avLst>
              <a:gd name="adj" fmla="val 948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8CEE5A-1571-ADAE-D530-078257761273}"/>
              </a:ext>
            </a:extLst>
          </p:cNvPr>
          <p:cNvSpPr/>
          <p:nvPr/>
        </p:nvSpPr>
        <p:spPr>
          <a:xfrm>
            <a:off x="3292564" y="4506241"/>
            <a:ext cx="2401308" cy="1970651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Data Visualisation Module</a:t>
            </a:r>
          </a:p>
          <a:p>
            <a:pPr algn="ctr"/>
            <a:endParaRPr lang="en-US" sz="1000" b="1" dirty="0"/>
          </a:p>
          <a:p>
            <a:pPr algn="ctr"/>
            <a:r>
              <a:rPr lang="en-US" dirty="0"/>
              <a:t>Charts and Graphs</a:t>
            </a:r>
          </a:p>
          <a:p>
            <a:pPr algn="ctr"/>
            <a:r>
              <a:rPr lang="en-US" dirty="0"/>
              <a:t>Table View</a:t>
            </a:r>
          </a:p>
          <a:p>
            <a:pPr algn="ctr"/>
            <a:r>
              <a:rPr lang="en-US" dirty="0"/>
              <a:t>Export Data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DC2915-ED5B-DDC5-30D9-ED247817C69A}"/>
              </a:ext>
            </a:extLst>
          </p:cNvPr>
          <p:cNvSpPr/>
          <p:nvPr/>
        </p:nvSpPr>
        <p:spPr>
          <a:xfrm>
            <a:off x="3279340" y="6782664"/>
            <a:ext cx="2401308" cy="131282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Maps (Device Management)</a:t>
            </a:r>
          </a:p>
          <a:p>
            <a:pPr algn="ctr"/>
            <a:endParaRPr lang="en-US" sz="1000" b="1" dirty="0"/>
          </a:p>
          <a:p>
            <a:pPr algn="ctr"/>
            <a:r>
              <a:rPr lang="en-US" dirty="0"/>
              <a:t>Device Information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0CFC59-0E36-0A6C-4BA9-FFDBD68F9617}"/>
              </a:ext>
            </a:extLst>
          </p:cNvPr>
          <p:cNvSpPr/>
          <p:nvPr/>
        </p:nvSpPr>
        <p:spPr>
          <a:xfrm>
            <a:off x="3292564" y="8401259"/>
            <a:ext cx="2401308" cy="150056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Alert</a:t>
            </a:r>
          </a:p>
          <a:p>
            <a:pPr algn="ctr"/>
            <a:r>
              <a:rPr lang="en-US" b="1" dirty="0"/>
              <a:t>Management</a:t>
            </a:r>
          </a:p>
          <a:p>
            <a:pPr algn="ctr"/>
            <a:endParaRPr lang="en-US" sz="1000" b="1" dirty="0"/>
          </a:p>
          <a:p>
            <a:pPr algn="ctr"/>
            <a:r>
              <a:rPr lang="en-US" dirty="0"/>
              <a:t>View Alerts</a:t>
            </a:r>
          </a:p>
          <a:p>
            <a:pPr algn="ctr"/>
            <a:r>
              <a:rPr lang="en-US" dirty="0"/>
              <a:t>Configure Alerts</a:t>
            </a:r>
          </a:p>
        </p:txBody>
      </p:sp>
      <p:pic>
        <p:nvPicPr>
          <p:cNvPr id="8" name="Picture 7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F166815C-9CE7-528E-DF3F-DA385C250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389" b="19160"/>
          <a:stretch/>
        </p:blipFill>
        <p:spPr>
          <a:xfrm>
            <a:off x="26078664" y="4526694"/>
            <a:ext cx="10095910" cy="679124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6AD083-E32B-DCC9-E710-151E33173515}"/>
              </a:ext>
            </a:extLst>
          </p:cNvPr>
          <p:cNvSpPr/>
          <p:nvPr/>
        </p:nvSpPr>
        <p:spPr>
          <a:xfrm>
            <a:off x="3279340" y="10207598"/>
            <a:ext cx="2401308" cy="62707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User Authentication Module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B96586-3BB6-F703-EB78-A287615681B4}"/>
              </a:ext>
            </a:extLst>
          </p:cNvPr>
          <p:cNvSpPr/>
          <p:nvPr/>
        </p:nvSpPr>
        <p:spPr>
          <a:xfrm>
            <a:off x="7339976" y="4106426"/>
            <a:ext cx="9449396" cy="9282028"/>
          </a:xfrm>
          <a:prstGeom prst="roundRect">
            <a:avLst>
              <a:gd name="adj" fmla="val 8411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3344B7-77DF-6FAF-264B-F8718C8F5EFC}"/>
              </a:ext>
            </a:extLst>
          </p:cNvPr>
          <p:cNvSpPr txBox="1"/>
          <p:nvPr/>
        </p:nvSpPr>
        <p:spPr>
          <a:xfrm>
            <a:off x="3172202" y="2912803"/>
            <a:ext cx="2642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Frontend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03727-6239-2403-CE16-9FC597A0ADD6}"/>
              </a:ext>
            </a:extLst>
          </p:cNvPr>
          <p:cNvSpPr txBox="1"/>
          <p:nvPr/>
        </p:nvSpPr>
        <p:spPr>
          <a:xfrm>
            <a:off x="10892523" y="4200469"/>
            <a:ext cx="2642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Backend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A3DC790-3D16-5966-5EFE-A26521B4974F}"/>
              </a:ext>
            </a:extLst>
          </p:cNvPr>
          <p:cNvSpPr/>
          <p:nvPr/>
        </p:nvSpPr>
        <p:spPr>
          <a:xfrm>
            <a:off x="10930762" y="4915291"/>
            <a:ext cx="2401308" cy="62707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User Authentication Module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6C3B5DF-C2D9-6056-92BF-A0A041B93641}"/>
              </a:ext>
            </a:extLst>
          </p:cNvPr>
          <p:cNvSpPr/>
          <p:nvPr/>
        </p:nvSpPr>
        <p:spPr>
          <a:xfrm>
            <a:off x="10928159" y="5738557"/>
            <a:ext cx="2401308" cy="62707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Alert Notification Module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EC617A8-22E8-375D-504A-D15ED9144D94}"/>
              </a:ext>
            </a:extLst>
          </p:cNvPr>
          <p:cNvSpPr/>
          <p:nvPr/>
        </p:nvSpPr>
        <p:spPr>
          <a:xfrm>
            <a:off x="7891051" y="4920395"/>
            <a:ext cx="2401308" cy="59142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API Server</a:t>
            </a:r>
          </a:p>
          <a:p>
            <a:pPr algn="ctr"/>
            <a:r>
              <a:rPr lang="en-US" sz="2400" b="1" dirty="0"/>
              <a:t>Module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8C7F74B-E55F-129F-A7BE-C087400A877A}"/>
              </a:ext>
            </a:extLst>
          </p:cNvPr>
          <p:cNvSpPr/>
          <p:nvPr/>
        </p:nvSpPr>
        <p:spPr>
          <a:xfrm>
            <a:off x="10928159" y="6678039"/>
            <a:ext cx="2401308" cy="19938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Data Analytics Module</a:t>
            </a:r>
          </a:p>
          <a:p>
            <a:pPr algn="ctr"/>
            <a:endParaRPr lang="en-US" sz="1000" b="1" dirty="0"/>
          </a:p>
          <a:p>
            <a:pPr algn="ctr"/>
            <a:r>
              <a:rPr lang="en-US" dirty="0"/>
              <a:t>Animal Analysis</a:t>
            </a:r>
          </a:p>
          <a:p>
            <a:pPr algn="ctr"/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A4C246E-434B-2A9D-696D-B88EA95AC88E}"/>
              </a:ext>
            </a:extLst>
          </p:cNvPr>
          <p:cNvSpPr/>
          <p:nvPr/>
        </p:nvSpPr>
        <p:spPr>
          <a:xfrm>
            <a:off x="7339976" y="1003825"/>
            <a:ext cx="3396663" cy="2432197"/>
          </a:xfrm>
          <a:prstGeom prst="roundRect">
            <a:avLst>
              <a:gd name="adj" fmla="val 17428"/>
            </a:avLst>
          </a:prstGeom>
          <a:solidFill>
            <a:schemeClr val="bg2">
              <a:lumMod val="75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90B00F-45D6-F38D-66B6-92911CED358D}"/>
              </a:ext>
            </a:extLst>
          </p:cNvPr>
          <p:cNvSpPr txBox="1"/>
          <p:nvPr/>
        </p:nvSpPr>
        <p:spPr>
          <a:xfrm>
            <a:off x="7420992" y="1107680"/>
            <a:ext cx="3208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Hardware Device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0F46E13-BAAF-719F-9CE2-D8C71B451872}"/>
              </a:ext>
            </a:extLst>
          </p:cNvPr>
          <p:cNvSpPr/>
          <p:nvPr/>
        </p:nvSpPr>
        <p:spPr>
          <a:xfrm>
            <a:off x="7824424" y="1804628"/>
            <a:ext cx="2401308" cy="62707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Sensor Data Parsing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58661BA-53FB-1B1F-2AD4-1E1D500B22B7}"/>
              </a:ext>
            </a:extLst>
          </p:cNvPr>
          <p:cNvSpPr/>
          <p:nvPr/>
        </p:nvSpPr>
        <p:spPr>
          <a:xfrm>
            <a:off x="17718110" y="5262587"/>
            <a:ext cx="2642031" cy="2099108"/>
          </a:xfrm>
          <a:prstGeom prst="roundRect">
            <a:avLst>
              <a:gd name="adj" fmla="val 841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CE8C13-FB78-15F5-F845-9F575D305DFC}"/>
              </a:ext>
            </a:extLst>
          </p:cNvPr>
          <p:cNvSpPr txBox="1"/>
          <p:nvPr/>
        </p:nvSpPr>
        <p:spPr>
          <a:xfrm>
            <a:off x="17699064" y="5828557"/>
            <a:ext cx="26420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PosgreSQL Database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ED3DA53-7AB6-10B5-72C1-4D810CF7EBDC}"/>
              </a:ext>
            </a:extLst>
          </p:cNvPr>
          <p:cNvSpPr/>
          <p:nvPr/>
        </p:nvSpPr>
        <p:spPr>
          <a:xfrm>
            <a:off x="10928159" y="9195594"/>
            <a:ext cx="2401308" cy="1639081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Data Ingest Processor</a:t>
            </a:r>
          </a:p>
          <a:p>
            <a:pPr algn="ctr"/>
            <a:endParaRPr lang="en-US" sz="1000" b="1" dirty="0"/>
          </a:p>
          <a:p>
            <a:pPr algn="ctr"/>
            <a:r>
              <a:rPr lang="en-US" dirty="0"/>
              <a:t>Data Processing</a:t>
            </a:r>
          </a:p>
          <a:p>
            <a:pPr algn="ctr"/>
            <a:r>
              <a:rPr lang="en-US" dirty="0"/>
              <a:t>Metadata Extraction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79124D72-C579-7D1C-01CD-CAD3642DCC2D}"/>
              </a:ext>
            </a:extLst>
          </p:cNvPr>
          <p:cNvSpPr/>
          <p:nvPr/>
        </p:nvSpPr>
        <p:spPr>
          <a:xfrm>
            <a:off x="13965267" y="4917133"/>
            <a:ext cx="2401308" cy="375475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Data Retrieval Processor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02B16E1-1718-ACB3-AC7A-9FE93FC6A6CA}"/>
              </a:ext>
            </a:extLst>
          </p:cNvPr>
          <p:cNvSpPr/>
          <p:nvPr/>
        </p:nvSpPr>
        <p:spPr>
          <a:xfrm>
            <a:off x="17699064" y="8144737"/>
            <a:ext cx="2642031" cy="1298300"/>
          </a:xfrm>
          <a:prstGeom prst="roundRect">
            <a:avLst>
              <a:gd name="adj" fmla="val 841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2CA18D-FA1C-4DE7-0051-8F654AF3D850}"/>
              </a:ext>
            </a:extLst>
          </p:cNvPr>
          <p:cNvSpPr txBox="1"/>
          <p:nvPr/>
        </p:nvSpPr>
        <p:spPr>
          <a:xfrm>
            <a:off x="17699063" y="8532277"/>
            <a:ext cx="2642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Data Lake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0F8D410-2813-93FF-B769-D9C6EFD21B03}"/>
              </a:ext>
            </a:extLst>
          </p:cNvPr>
          <p:cNvCxnSpPr>
            <a:cxnSpLocks/>
          </p:cNvCxnSpPr>
          <p:nvPr/>
        </p:nvCxnSpPr>
        <p:spPr>
          <a:xfrm>
            <a:off x="8716762" y="3216709"/>
            <a:ext cx="0" cy="169858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251A2DD-3993-7F13-4A78-D86BDB85CA15}"/>
              </a:ext>
            </a:extLst>
          </p:cNvPr>
          <p:cNvSpPr/>
          <p:nvPr/>
        </p:nvSpPr>
        <p:spPr>
          <a:xfrm>
            <a:off x="3279340" y="3573392"/>
            <a:ext cx="2401308" cy="62707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API Client Module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F390920F-56DB-A476-85B4-DD9CB750F7AC}"/>
              </a:ext>
            </a:extLst>
          </p:cNvPr>
          <p:cNvSpPr/>
          <p:nvPr/>
        </p:nvSpPr>
        <p:spPr>
          <a:xfrm>
            <a:off x="7837653" y="2554115"/>
            <a:ext cx="2401308" cy="62707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API Client Module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EE90728-4FA7-D484-586E-B0E0A61D71E8}"/>
              </a:ext>
            </a:extLst>
          </p:cNvPr>
          <p:cNvCxnSpPr>
            <a:cxnSpLocks/>
          </p:cNvCxnSpPr>
          <p:nvPr/>
        </p:nvCxnSpPr>
        <p:spPr>
          <a:xfrm>
            <a:off x="5680648" y="3779090"/>
            <a:ext cx="2210403" cy="3990604"/>
          </a:xfrm>
          <a:prstGeom prst="bentConnector3">
            <a:avLst>
              <a:gd name="adj1" fmla="val 4133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A31B1AF-0B82-DCBF-3F74-79E0BDC3D0E1}"/>
              </a:ext>
            </a:extLst>
          </p:cNvPr>
          <p:cNvCxnSpPr>
            <a:cxnSpLocks/>
          </p:cNvCxnSpPr>
          <p:nvPr/>
        </p:nvCxnSpPr>
        <p:spPr>
          <a:xfrm rot="10800000">
            <a:off x="5680649" y="3889687"/>
            <a:ext cx="2210403" cy="3990604"/>
          </a:xfrm>
          <a:prstGeom prst="bentConnector3">
            <a:avLst>
              <a:gd name="adj1" fmla="val 64651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7F4A4E8-57F3-84C6-2C2F-B2C5D95EB3D5}"/>
              </a:ext>
            </a:extLst>
          </p:cNvPr>
          <p:cNvCxnSpPr>
            <a:cxnSpLocks/>
          </p:cNvCxnSpPr>
          <p:nvPr/>
        </p:nvCxnSpPr>
        <p:spPr>
          <a:xfrm flipV="1">
            <a:off x="8855307" y="3210703"/>
            <a:ext cx="0" cy="16687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436A7F3-2E9F-0FBB-77C7-35F162D8C95D}"/>
              </a:ext>
            </a:extLst>
          </p:cNvPr>
          <p:cNvCxnSpPr>
            <a:cxnSpLocks/>
          </p:cNvCxnSpPr>
          <p:nvPr/>
        </p:nvCxnSpPr>
        <p:spPr>
          <a:xfrm rot="10800000">
            <a:off x="10313927" y="5269333"/>
            <a:ext cx="6203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A00102-9EFE-E282-058D-6C283C8A21F4}"/>
              </a:ext>
            </a:extLst>
          </p:cNvPr>
          <p:cNvCxnSpPr>
            <a:cxnSpLocks/>
          </p:cNvCxnSpPr>
          <p:nvPr/>
        </p:nvCxnSpPr>
        <p:spPr>
          <a:xfrm rot="10800000">
            <a:off x="10313927" y="6052095"/>
            <a:ext cx="6203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9A9D6DA-67D2-6672-5FFF-346999D41E3F}"/>
              </a:ext>
            </a:extLst>
          </p:cNvPr>
          <p:cNvCxnSpPr>
            <a:cxnSpLocks/>
          </p:cNvCxnSpPr>
          <p:nvPr/>
        </p:nvCxnSpPr>
        <p:spPr>
          <a:xfrm rot="10800000">
            <a:off x="10313927" y="7696205"/>
            <a:ext cx="6203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2BFFAE-B47F-E679-4E81-9DD07FE4BBDA}"/>
              </a:ext>
            </a:extLst>
          </p:cNvPr>
          <p:cNvCxnSpPr>
            <a:cxnSpLocks/>
          </p:cNvCxnSpPr>
          <p:nvPr/>
        </p:nvCxnSpPr>
        <p:spPr>
          <a:xfrm>
            <a:off x="10313927" y="10015134"/>
            <a:ext cx="6203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520AB96-CBDD-68DB-0412-C54B206A8FD3}"/>
              </a:ext>
            </a:extLst>
          </p:cNvPr>
          <p:cNvCxnSpPr>
            <a:cxnSpLocks/>
          </p:cNvCxnSpPr>
          <p:nvPr/>
        </p:nvCxnSpPr>
        <p:spPr>
          <a:xfrm rot="10800000">
            <a:off x="13317580" y="5269333"/>
            <a:ext cx="6203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A6A9D9C-582A-769D-E6C8-B7C7FAE52CC0}"/>
              </a:ext>
            </a:extLst>
          </p:cNvPr>
          <p:cNvCxnSpPr>
            <a:cxnSpLocks/>
          </p:cNvCxnSpPr>
          <p:nvPr/>
        </p:nvCxnSpPr>
        <p:spPr>
          <a:xfrm rot="10800000">
            <a:off x="13317580" y="6052095"/>
            <a:ext cx="6203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4415672-6E51-9747-D9B8-D782595A1D6C}"/>
              </a:ext>
            </a:extLst>
          </p:cNvPr>
          <p:cNvCxnSpPr>
            <a:cxnSpLocks/>
          </p:cNvCxnSpPr>
          <p:nvPr/>
        </p:nvCxnSpPr>
        <p:spPr>
          <a:xfrm flipH="1" flipV="1">
            <a:off x="12128811" y="6381029"/>
            <a:ext cx="1" cy="2933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A41BC1C-4FFD-A4CE-0A2E-E6E0A595B4CE}"/>
              </a:ext>
            </a:extLst>
          </p:cNvPr>
          <p:cNvCxnSpPr>
            <a:cxnSpLocks/>
            <a:endCxn id="71" idx="1"/>
          </p:cNvCxnSpPr>
          <p:nvPr/>
        </p:nvCxnSpPr>
        <p:spPr>
          <a:xfrm flipV="1">
            <a:off x="13344896" y="8793887"/>
            <a:ext cx="4354167" cy="1221247"/>
          </a:xfrm>
          <a:prstGeom prst="bentConnector3">
            <a:avLst>
              <a:gd name="adj1" fmla="val 8512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F293FE0-1E00-4602-C949-A7CCE59DCFDB}"/>
              </a:ext>
            </a:extLst>
          </p:cNvPr>
          <p:cNvCxnSpPr>
            <a:cxnSpLocks/>
          </p:cNvCxnSpPr>
          <p:nvPr/>
        </p:nvCxnSpPr>
        <p:spPr>
          <a:xfrm flipV="1">
            <a:off x="13329467" y="6889336"/>
            <a:ext cx="4388642" cy="3125798"/>
          </a:xfrm>
          <a:prstGeom prst="bentConnector3">
            <a:avLst>
              <a:gd name="adj1" fmla="val 84852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133B393-F3C2-FA62-A4C8-B8917C96FB92}"/>
              </a:ext>
            </a:extLst>
          </p:cNvPr>
          <p:cNvCxnSpPr>
            <a:cxnSpLocks/>
          </p:cNvCxnSpPr>
          <p:nvPr/>
        </p:nvCxnSpPr>
        <p:spPr>
          <a:xfrm rot="10800000">
            <a:off x="13317580" y="7696205"/>
            <a:ext cx="6203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36D68BD-953D-F995-0668-9E3CF7A74F3C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16366576" y="6305610"/>
            <a:ext cx="1332488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610E5CC-D144-F382-7764-75B0DD99170A}"/>
              </a:ext>
            </a:extLst>
          </p:cNvPr>
          <p:cNvSpPr/>
          <p:nvPr/>
        </p:nvSpPr>
        <p:spPr>
          <a:xfrm>
            <a:off x="3292564" y="11017011"/>
            <a:ext cx="2401308" cy="19938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Map Module </a:t>
            </a:r>
          </a:p>
          <a:p>
            <a:pPr algn="ctr"/>
            <a:endParaRPr lang="en-US" sz="1000" b="1" dirty="0"/>
          </a:p>
          <a:p>
            <a:pPr algn="ctr"/>
            <a:r>
              <a:rPr lang="en-US" dirty="0"/>
              <a:t>Generates map </a:t>
            </a:r>
          </a:p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9DB816-FDA0-980C-BCD4-34FC5DD4867A}"/>
              </a:ext>
            </a:extLst>
          </p:cNvPr>
          <p:cNvCxnSpPr>
            <a:cxnSpLocks/>
          </p:cNvCxnSpPr>
          <p:nvPr/>
        </p:nvCxnSpPr>
        <p:spPr>
          <a:xfrm flipV="1">
            <a:off x="4646296" y="13046454"/>
            <a:ext cx="0" cy="8414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35D95A-C38E-F29F-CEFA-7A09FA6382A7}"/>
              </a:ext>
            </a:extLst>
          </p:cNvPr>
          <p:cNvCxnSpPr>
            <a:cxnSpLocks/>
          </p:cNvCxnSpPr>
          <p:nvPr/>
        </p:nvCxnSpPr>
        <p:spPr>
          <a:xfrm>
            <a:off x="4368615" y="13038614"/>
            <a:ext cx="0" cy="8492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AF7001-C9F3-C04E-3549-BCC9B4364129}"/>
              </a:ext>
            </a:extLst>
          </p:cNvPr>
          <p:cNvGrpSpPr/>
          <p:nvPr/>
        </p:nvGrpSpPr>
        <p:grpSpPr>
          <a:xfrm>
            <a:off x="2947964" y="13847072"/>
            <a:ext cx="3396663" cy="1630476"/>
            <a:chOff x="2949360" y="14278441"/>
            <a:chExt cx="3396663" cy="1630476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8C2118FA-B09F-9A87-FC0F-8AF746D3F0A9}"/>
                </a:ext>
              </a:extLst>
            </p:cNvPr>
            <p:cNvSpPr/>
            <p:nvPr/>
          </p:nvSpPr>
          <p:spPr>
            <a:xfrm>
              <a:off x="2949360" y="14278441"/>
              <a:ext cx="3396663" cy="1630476"/>
            </a:xfrm>
            <a:prstGeom prst="roundRect">
              <a:avLst>
                <a:gd name="adj" fmla="val 17428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2DE09E4-84FA-47E7-1C9B-931A66F7CE02}"/>
                </a:ext>
              </a:extLst>
            </p:cNvPr>
            <p:cNvSpPr txBox="1"/>
            <p:nvPr/>
          </p:nvSpPr>
          <p:spPr>
            <a:xfrm>
              <a:off x="2984779" y="14832069"/>
              <a:ext cx="32081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External Maps API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47C7A4-2BC8-749E-D322-579A9F5F22B6}"/>
                </a:ext>
              </a:extLst>
            </p:cNvPr>
            <p:cNvSpPr txBox="1"/>
            <p:nvPr/>
          </p:nvSpPr>
          <p:spPr>
            <a:xfrm>
              <a:off x="3281113" y="15209990"/>
              <a:ext cx="27979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22069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516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74</Words>
  <Application>Microsoft Macintosh PowerPoint</Application>
  <PresentationFormat>Custom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Rongwen, Daren</dc:creator>
  <cp:lastModifiedBy>Thong Cheng Han</cp:lastModifiedBy>
  <cp:revision>4</cp:revision>
  <dcterms:created xsi:type="dcterms:W3CDTF">2025-01-21T07:47:17Z</dcterms:created>
  <dcterms:modified xsi:type="dcterms:W3CDTF">2025-02-10T08:50:07Z</dcterms:modified>
</cp:coreProperties>
</file>